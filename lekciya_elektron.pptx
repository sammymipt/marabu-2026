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Заглушки стоят на местах интерактивных демок. Дизайн намеренно простой — под доработку в Claude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вопрос. Правило одной формулы. Цикл предскажи-покажи-вау.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Хук статикой, тактильно,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Закрепляем интуицию «шарик» — её сломаем на следующем шаге.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Голосование до показа: две полоски?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Кульминация: одному шарику не с чем интерферировать — а картина собирается.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ψ как карта вероятностей. Орбита Бора → облако. В измерение не углубляемся.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Единственная формула. Контраст масштабов = разгадка «почему у нас не видно».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Клиффхэнгер, дверь открыта.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F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Шарик — или что-то более странное?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КВАНТОВАЯ МЕХАНИКА · МЛАДШАЯ ГРУППА (11–14)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ЛЕКЦИЯ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вопрос на всю лекцию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3E2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 — это крошечный шарик или что-то, что не влезает в привычные слова?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и атом уже прошли — теперь берёмся за вещество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одна формула, остальное — «предскажи → покажи → вау»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финале передаём вопрос дальше, в «Интерпретации»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ХУК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Статика в руках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Шарик о волосы → притягивает бумажки и струйку воды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всех вещей есть что-то мелкое и заряженное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этому — электрон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10908792" cy="1554480"/>
          </a:xfrm>
          <a:prstGeom prst="roundRect">
            <a:avLst>
              <a:gd name="adj" fmla="val 5882"/>
            </a:avLst>
          </a:prstGeom>
          <a:solidFill>
            <a:srgbClr val="F2F0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965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ОПЫТ · РЕКВИЗИТ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5367528"/>
            <a:ext cx="9966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Воздушный шарик, шерсть, мелкие бумажки (и Ван де Грааф, если камп даст). 2–3 минуты — это затравка интереса.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— обычный шарик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Катодный луч гнётся магнитом и электрическим полем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это поток заряженных частиц (Томсон)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электрона есть масса и заряд — пока это просто шарик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DEAF8"/>
          </a:solidFill>
          <a:ln w="19050">
            <a:solidFill>
              <a:srgbClr val="3E2F8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44398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Пучок электронов, отклоняющийся в магнитном поле (опционально — чтобы «шарик» был убедителен перед сломом)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· ПРОГНОЗ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Стреляем по одному в две щели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71516" cy="3840480"/>
          </a:xfrm>
          <a:prstGeom prst="roundRect">
            <a:avLst>
              <a:gd name="adj" fmla="val 1905"/>
            </a:avLst>
          </a:prstGeom>
          <a:solidFill>
            <a:srgbClr val="F2F0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12848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электрон — шарик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7228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полоски напротив щелей — как мячики, брошенные сквозь две дырки в заборе.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271516" cy="3840480"/>
          </a:xfrm>
          <a:prstGeom prst="roundRect">
            <a:avLst>
              <a:gd name="adj" fmla="val 1905"/>
            </a:avLst>
          </a:prstGeom>
          <a:solidFill>
            <a:srgbClr val="F2F0FB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2212848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2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 всем залом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51676" y="2788920"/>
            <a:ext cx="47228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увидим на экране? Фиксируем прогноз поднятием рук — до того, как покажем.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· ГВОЗДЬ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на экране — много полос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08792" cy="3291840"/>
          </a:xfrm>
          <a:prstGeom prst="roundRect">
            <a:avLst>
              <a:gd name="adj" fmla="val 2778"/>
            </a:avLst>
          </a:prstGeom>
          <a:solidFill>
            <a:srgbClr val="EDEAF8"/>
          </a:solidFill>
          <a:ln w="19050">
            <a:solidFill>
              <a:srgbClr val="3E2F8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615184"/>
            <a:ext cx="99669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Накопление двухщелевой картины (Тономура): точки копятся по одной и складываются в интерференцию — даже когда электроны летят строго по одному.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Волна шансов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какую щель пролетел — сказать нельзя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 описывается волной: не волной вещества, а волной вероятностей (ψ)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Складываются именно шансы — поэтому и получаются полосы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Боровская «орбита» — на самом деле облако шансов вокруг ядра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DEAF8"/>
          </a:solidFill>
          <a:ln w="19050">
            <a:solidFill>
              <a:srgbClr val="3E2F8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44398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 шансов → интерференционные полосы и электронное облако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3232" y="768096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Дуализм и волна де Бройля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F2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E2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h / (m · v)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93522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Тяжелее и быстрее → короче волна.   Мяч: ~10⁻³⁴ м   ·   электрон: ~10⁻¹⁰ 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0908792" cy="2514600"/>
          </a:xfrm>
          <a:prstGeom prst="roundRect">
            <a:avLst>
              <a:gd name="adj" fmla="val 3636"/>
            </a:avLst>
          </a:prstGeom>
          <a:solidFill>
            <a:srgbClr val="EDEAF8"/>
          </a:solidFill>
          <a:ln w="19050">
            <a:solidFill>
              <a:srgbClr val="3E2F8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2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ЗАГЛУШКА · ИНТЕРАКТИВНАЯ ДЕМКА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398264"/>
            <a:ext cx="99669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длины волны де Бройля: ползунки масса/скорость с пресетами (мяч, человек, пылинка, электрон)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F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что эта волна на самом деле?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реальна — или это просто наше незнание? Что меняется в момент, когда мы смотрим? Об этом спорят до сих пор. Продолжение — в лекции «Интерпретации».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2026-07-20T20:52:09Z</dcterms:created>
  <dcterms:modified xsi:type="dcterms:W3CDTF">2026-07-20T20:52:09Z</dcterms:modified>
</cp:coreProperties>
</file>