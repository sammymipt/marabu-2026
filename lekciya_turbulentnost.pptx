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Заглушки на местах интерактивных демок. Дизайн простой — под доработку в Claude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Рамка всей лекции; обещание, которое закроем в финале.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Продаём метод: угадываем формулу без вывода.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Пи-теорема на пальцах.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Фиксированная кульминация акта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Число Рейнольдса и динамическое подобие.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Твоя территория: масштабирование экспериментов.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Читаем как историю, не выводим.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Затишье перед бурей: здесь физика элегантна.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Кульминация хаоса; связь с непредсказуемостью погоды.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Открытая граница, закрываем хук.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8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Течения и турбулентность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лекция — про одно число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ФИЗИКА · СТАРШАЯ ГРУППА (14–18)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0 · ХУК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Гладко — а потом хаос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Дымок или тонкая струйка: гладкий столбик срывается в хаос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сегодняшняя лекция — в этой одной картинке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Спойлер: физика этого перехода не решена (Премия тысячелетия, $1 млн)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44398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Гладкий столбик → срыв в хаос; ползунок «расход»: сильнее поток — раньше срыв. Живой дым/струя тоже.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 · СУПЕРСИЛА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Угадать физику из одних размерностей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чего зависит период маятника — от массы груза? от амплитуды?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единиц измерения время собирается только из длины и g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выпадает сама — и это предсказание можно проверить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√( L / g 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769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Размерности фиксируют зависимость от L и g; массы в ответе нет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 · ПИ-ТЕОРЕМА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у задачи реальных ручек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величин, k размерностей  →  N − k безразмерных групп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независимых «ручек» на самом деле управляют явлением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39826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Размерный конструктор: собери величину из единиц + калькулятор числа безразмерных групп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 · КУЛЬМИНАЦИЯ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Энергия атомной бомбы — с фотографии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~ (E · t² / ρ)^(1/5)   →   E ~ ρ · R⁵ / t²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Дж. Тейлор оценил мощность «Тринити» по рассекреченным кадрам взрыва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с масштабом и меткой времени → радиус огненного шара R на момент 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воздуха → считаем E → переводим в килотонны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Сходится с реальными ~20 кт — лучшая реклама метода перед Рейнольдсом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2 · ГЛАВНОЕ ЧИСЛО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число выпадает само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 = ρ · U · L / μ = U · L / 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инерции к вязкости. Два течения с одинаковым Re ведут себя одинаково — муха или самолёт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39826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множества разных опытов схлопываются на одну кривую, когда строишь их по 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2 · ДИАПАЗОН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модель предсказывает оригинал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Подгоняем Re — и масштабный эксперимент работает (аэротруба, бассейн)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ровно про измерения и моделирование в реальной инженерии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5271516" cy="3017520"/>
          </a:xfrm>
          <a:prstGeom prst="roundRect">
            <a:avLst>
              <a:gd name="adj" fmla="val 2424"/>
            </a:avLst>
          </a:prstGeom>
          <a:solidFill>
            <a:srgbClr val="EDF5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38728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Малый 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7228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Мёд, бактерии, пылинки. Правит вязкость — жизнь без инерции, «не проскользить».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3337560"/>
            <a:ext cx="5271516" cy="3017520"/>
          </a:xfrm>
          <a:prstGeom prst="roundRect">
            <a:avLst>
              <a:gd name="adj" fmla="val 2424"/>
            </a:avLst>
          </a:prstGeom>
          <a:solidFill>
            <a:srgbClr val="EDF5F7"/>
          </a:solidFill>
          <a:ln/>
        </p:spPr>
      </p:sp>
      <p:sp>
        <p:nvSpPr>
          <p:cNvPr id="9" name="Text 7"/>
          <p:cNvSpPr/>
          <p:nvPr/>
        </p:nvSpPr>
        <p:spPr>
          <a:xfrm>
            <a:off x="6551676" y="3538728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Большой 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1676" y="4114800"/>
            <a:ext cx="47228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Реки, самолёты, мы. Правит инерция — вихри, следы, турбулентность.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3 · УРАВНЕНИЕ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Навье–Стокс — это F = ma для капли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(∂u/∂t + u·∇u) = −∇p + μ∇²u + 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Масса×ускорение = давление толкает + вязкость сглаживает + один нелинейный член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39826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Навье–Стокс «по слагаемым»: подсветка каждого члена и связка Re ↔ кто побеждает. Нелинейный член — тот самый «миллион долларов».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4 · КОГДА РЕШАЕТСЯ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Ламинарные решения: монстр ручной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D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Труба:  u(r) = u_max (1 − r²/R²),   расход Q ∝ R⁴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Удвоил радиус — поток в 16 раз. Плюс Стокс: падение шарика в мёде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39826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течения: труба (парабола), пластины (линейный профиль), падение шарика в мёде (Стокс)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5 · СРЫВ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1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Крутим Re вверх — и всё ломается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Рейнольдса (1883): струйка краски рвётся на критическом Re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Дорожка Кармана за цилиндром, каскад вихрей до самой вязкости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детерминированы — а поведение непредсказуемо (эффект бабочки)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2F0F3"/>
          </a:solidFill>
          <a:ln w="19050">
            <a:solidFill>
              <a:srgbClr val="0F6E8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44398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Краска Рейнольдса → переход при критическом Re · дорожка Кармана · каскад вихрей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8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Пользуемся каждым вдохом — а до конца не понимает никто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F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Этими уравнениями мы летаем, предсказываем погоду, ищем нефть, моделируем кровь — и до сих пор не умеем доказать, что решения всегда ведут себя прилично. Это и есть Премия тысячелетия.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2026-07-20T20:52:09Z</dcterms:created>
  <dcterms:modified xsi:type="dcterms:W3CDTF">2026-07-20T20:52:09Z</dcterms:modified>
</cp:coreProperties>
</file>